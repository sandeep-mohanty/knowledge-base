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502920"/>
            <a:ext cx="2743200" cy="2743200"/>
          </a:xfrm>
          <a:prstGeom prst="ellipse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7178040" y="777240"/>
            <a:ext cx="2194560" cy="21945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4" name="Image 0" descr="/home/claude/passkey-deck/icons/FaFingerpri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2" y="1413662"/>
            <a:ext cx="921715" cy="921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960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Passwordless Login for CIAM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22960" y="254203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FIDO2 Passkeys to Azure AD B2C — before the platform catches up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950208"/>
            <a:ext cx="1828800" cy="0"/>
          </a:xfrm>
          <a:prstGeom prst="line">
            <a:avLst/>
          </a:prstGeom>
          <a:noFill/>
          <a:ln w="12700">
            <a:solidFill>
              <a:srgbClr val="3C4A7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069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43708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proof-of-concept exploration — not an approved or officially committed architecture.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7" name="Image 0" descr="/home/claude/passkey-deck/icons/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289304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Passwords Fail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credential-based authentication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0" name="Image 1" descr="/home/claude/passkey-deck/icons/FaFingerprin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768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2130552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&amp; Passkeys 101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passwordless authentication actually works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2" descr="/home/claude/passkey-deck/icons/FaBa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18104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29718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B2C Gap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current IdP can't get us there in time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849624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3" descr="/home/claude/passkey-deck/icons/FaPuzzlePiec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5935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813048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Bridge: open-passkey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MIT-licensed library that closes the gap now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892040" y="1325880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4" descr="/home/claude/passkey-deck/icons/FaProjectDiagram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43560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13832" y="1289304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wired into our LCS applications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892040" y="2167128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2" name="Image 5" descr="/home/claude/passkey-deck/icons/FaPlay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2276856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13832" y="2130552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once, sign in anywhere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892040" y="3008376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5" name="Image 6" descr="/home/claude/passkey-deck/icons/FaRout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118104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13832" y="2971800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pilot, to production, to Entra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40080" y="45445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an individual proof-of-concept by the presenter — not an approved team or organizational decision.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Still Our Biggest Attack Surface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involve stolen or reused credentials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91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340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AI-powered phishing attacks on corporate credentials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914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have had an account compromised by a weak or stolen password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939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488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of AI spear-phishing — even against trained security staff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a shared secret. You give it to a server, the server stores it, and now there are two places it can be stolen.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breach &amp; phishing research (figures to be verified before publishing).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FIDO2? What Is a Passkey?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IDentity Online — an open industry alliance and standard built entirely on public-key cryptography.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(the browser API) + CTAP2 (the device protocol). The current standard — fully passwordless, works in every major browser.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5409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passkey: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FIDO2 “discoverable credential” — a key pair bound to one site and one account.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95344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guarantee: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never leaves your device. Only signatures are ever sent over the network.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65192" y="141732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your device. Never leaves. Signs challenges.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324612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65192" y="3246120"/>
            <a:ext cx="3374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the server. Can verify — but can't sign. Worthless if stolen.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0780" y="2395728"/>
            <a:ext cx="0" cy="8321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63740" y="3227832"/>
            <a:ext cx="0" cy="-8321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646420" y="2697480"/>
            <a:ext cx="2011680" cy="27432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linked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Passkeys Work: Registration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(RP)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"Register Passkey"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86722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8555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registration options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520440" y="2617797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200400" y="241662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+ RP ID + user info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520440" y="3048871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00400" y="284770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navigator.credentials.create()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572000" y="3379361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7936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biometric/PIN → generate key pair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3911019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200400" y="370985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+ credential ID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520440" y="4342094"/>
            <a:ext cx="420624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414092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response → store public key</a:t>
            </a:r>
            <a:endParaRPr lang="en-US" sz="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MECHANICS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Passkeys Work: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(RP)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"Sign in with Passkey"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86722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8555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authentication options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520440" y="2617797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3200400" y="241662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challenge (one-time, random)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520440" y="3048871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00400" y="2847703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navigator.credentials.get()</a:t>
            </a:r>
            <a:endParaRPr lang="en-US" sz="810" dirty="0"/>
          </a:p>
        </p:txBody>
      </p:sp>
      <p:sp>
        <p:nvSpPr>
          <p:cNvPr id="26" name="Shape 24"/>
          <p:cNvSpPr/>
          <p:nvPr/>
        </p:nvSpPr>
        <p:spPr>
          <a:xfrm>
            <a:off x="4572000" y="3379361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37936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biometric/PIN → sign the challenge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520440" y="3911019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3200400" y="370985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assertion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520440" y="4342094"/>
            <a:ext cx="420624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4140926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assertion → verify → session created</a:t>
            </a:r>
            <a:endParaRPr lang="en-US" sz="8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Binding: FIDO's Secret Weapon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463040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8" name="Image 0" descr="/home/claude/passkey-deck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5727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4173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</a:rPr>
              <a:t>github.com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Authenticator finds a matching RP ID → signs the challenge → login succeeds.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840480" cy="1417320"/>
          </a:xfrm>
          <a:prstGeom prst="roundRect">
            <a:avLst>
              <a:gd name="adj" fmla="val 5806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14630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/home/claude/passkey-deck/icons/FaTimes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5727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1732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13E"/>
                </a:solidFill>
              </a:rPr>
              <a:t>github-secure.com  (phishing)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A4A"/>
                </a:solidFill>
              </a:rPr>
              <a:t>RP ID doesn't match → the authenticator refuses to sign — nothing for the user to get tricked into giving up.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29077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classic attack fails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133856" y="331012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2" descr="/home/claude/passkey-deck/icons/FaUserSecr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95" y="3415467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" y="3803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594360" y="4059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Domain-bound — fake sites can't trigger it</a:t>
            </a:r>
            <a:endParaRPr lang="en-US" sz="870" dirty="0"/>
          </a:p>
        </p:txBody>
      </p:sp>
      <p:sp>
        <p:nvSpPr>
          <p:cNvPr id="19" name="Shape 14"/>
          <p:cNvSpPr/>
          <p:nvPr/>
        </p:nvSpPr>
        <p:spPr>
          <a:xfrm>
            <a:off x="2743200" y="331012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3" descr="/home/claude/passkey-deck/icons/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539" y="3415467"/>
            <a:ext cx="228234" cy="2282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203704" y="3803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Stuffing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2203704" y="4059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 pair per site</a:t>
            </a:r>
            <a:endParaRPr lang="en-US" sz="870" dirty="0"/>
          </a:p>
        </p:txBody>
      </p:sp>
      <p:sp>
        <p:nvSpPr>
          <p:cNvPr id="23" name="Shape 17"/>
          <p:cNvSpPr/>
          <p:nvPr/>
        </p:nvSpPr>
        <p:spPr>
          <a:xfrm>
            <a:off x="4352544" y="331012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4" name="Image 4" descr="/home/claude/passkey-deck/icons/Fa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883" y="3415467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13048" y="3803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Breach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3813048" y="4059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useless public key is stored</a:t>
            </a:r>
            <a:endParaRPr lang="en-US" sz="870" dirty="0"/>
          </a:p>
        </p:txBody>
      </p:sp>
      <p:sp>
        <p:nvSpPr>
          <p:cNvPr id="27" name="Shape 20"/>
          <p:cNvSpPr/>
          <p:nvPr/>
        </p:nvSpPr>
        <p:spPr>
          <a:xfrm>
            <a:off x="5961888" y="331012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8" name="Image 5" descr="/home/claude/passkey-deck/icons/FaSyncAl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7227" y="3415467"/>
            <a:ext cx="228234" cy="2282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22392" y="3803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Attacks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5422392" y="4059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one-time challenge every login</a:t>
            </a:r>
            <a:endParaRPr lang="en-US" sz="870" dirty="0"/>
          </a:p>
        </p:txBody>
      </p:sp>
      <p:sp>
        <p:nvSpPr>
          <p:cNvPr id="31" name="Shape 23"/>
          <p:cNvSpPr/>
          <p:nvPr/>
        </p:nvSpPr>
        <p:spPr>
          <a:xfrm>
            <a:off x="7571232" y="3310128"/>
            <a:ext cx="438912" cy="438912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32" name="Image 6" descr="/home/claude/passkey-deck/icons/FaKeybo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6571" y="3415467"/>
            <a:ext cx="228234" cy="22823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031736" y="3803904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Keylogging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7031736" y="4059936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ever typed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Passkeys vs. Password vs. OTP/MFA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3246120"/>
        </p:xfrm>
        <a:graphic>
          <a:graphicData uri="http://schemas.openxmlformats.org/drawingml/2006/table">
            <a:tbl>
              <a:tblPr/>
              <a:tblGrid>
                <a:gridCol w="1828800"/>
                <a:gridCol w="1508760"/>
                <a:gridCol w="1554480"/>
                <a:gridCol w="1600200"/>
                <a:gridCol w="1554480"/>
              </a:tblGrid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SMS OTP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TOTP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59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resistant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(real-time relay)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(code can be phished)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domain-bound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if server breached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only public key 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login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sec, manual 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~3–4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21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effort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for non-tech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5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one 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Impact, When Others Made the Switch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66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sign-in reported after Amazon's passkey rollout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91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340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sign-in success rate reported at Google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914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mobile account-takeover fraud reported at CVS Health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371600"/>
            <a:ext cx="18745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93992" y="1481328"/>
            <a:ext cx="1728216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95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~3–4 sec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48856" y="2352751"/>
            <a:ext cx="1618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passkey login, vs. ~20–45 sec for password (+ OTP)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“Tap your fingerprint” beats “type, forget, reset, retype” — for security teams and for users.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vendor-reported case studies (figures to be verified before publishing).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the Gap in Azure AD B2C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can't just wait for the platform to catch 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Azure AD B2C Can't Get Us There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Password-First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custom policies handle sign-up and sign-in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is email / SMS OTP — both still phishable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WebAuthn / FIDO2 support today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roadmap commitment to add 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280160"/>
            <a:ext cx="3794760" cy="2331720"/>
          </a:xfrm>
          <a:prstGeom prst="roundRect">
            <a:avLst>
              <a:gd name="adj" fmla="val 3529"/>
            </a:avLst>
          </a:prstGeom>
          <a:solidFill>
            <a:srgbClr val="FBF3E2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10912" y="1463040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3" name="Image 0" descr="/home/claude/passkey-deck/icons/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572768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2356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Roadblock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623560" y="199339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retires by 2030 (Microsoft guidance)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23560" y="24963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Feature-frozen: no new capabilities planned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3560" y="29992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/ passkey support will never ship for B2C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3794760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7724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is the eventual destination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supports passkeys natively. But that migration is still a multi-year journey. We need passwordless sooner than that.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Bridge, Not a Detour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691640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passkey verification as a layer in front of B2C. B2C still issues every token.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026664" y="2606040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93592" y="1691640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passkey login out across the LCS + identity UIs. Harden for production scale.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07024" y="2606040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0" y="169164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1691640"/>
            <a:ext cx="21854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Microsoft Entra ID — passkeys are native there. Retire the bridge layer.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passwordless UX now — fully independent of the IdP migration timeline.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BRIDGE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open-passkey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7" name="Image 0" descr="/home/claude/passkey-deck/icons/FaCertifica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15226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380744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Licensed, Open Source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lock-in, no procurement cycle — fast enough to integrate in a sprint.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50008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0" name="Image 1" descr="/home/claude/passkey-deck/icons/FaShieldA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245534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— a Mainstream Algorithm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ECDSA P-256. Broad interoperability across browsers and authenticators today.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82696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2" descr="/home/claude/passkey-deck/icons/FaCube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38803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3584" y="324612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Store Interfaces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Swapped in our own PostgresCredentialStore without forking the library.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92040" y="1417320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3" descr="/home/claude/passkey-deck/icons/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79" y="1522659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95544" y="1380744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Integration Available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kept full control via a custom controller — needed for multi-RP routing.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92040" y="2350008"/>
            <a:ext cx="438912" cy="438912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4" descr="/home/claude/passkey-deck/icons/FaRock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379" y="2455347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95544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Direction in Progress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design, even though PQ isn't client-ready yet.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open-passkey: Things to Watch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7" name="Image 0" descr="/home/claude/passkey-deck/icons/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1522659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3584" y="1380744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Maven Central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Vendored JARs in our repo — needs manual provenance review and upgrade governance.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350008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0" name="Image 1" descr="/home/claude/passkey-deck/icons/FaDatab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2455347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Challenge Store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POC. A multi-instance production deployment needs a distributed store (e.g. Redis).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3282696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3" name="Image 2" descr="/home/claude/passkey-deck/icons/Fa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38803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43584" y="324612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PQ/Hybrid Support Is Aspirational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browser &amp; authenticator ecosystem maturity — not a near-term win, despite the roadmap.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892040" y="1417320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6" name="Image 3" descr="/home/claude/passkey-deck/icons/FaUser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379" y="1522659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95544" y="1380744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Security-Critical Logic Is Now Ours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logic lives in our app boundary — more our responsibility to harden, test, and monitor.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92040" y="2350008"/>
            <a:ext cx="438912" cy="438912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9" name="Image 4" descr="/home/claude/passkey-deck/icons/FaClipboard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379" y="2455347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95544" y="231343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Today Is Minimal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context-load checks. Real auth-path test coverage is a pre-production must-have.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by design — these are the items on our production hardening backlog, not blockers to a pilot.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18872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localhost:5555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246888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50992" y="1188720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localhost:4444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792224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79192" y="1792224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identity-auth library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Angular module — shows the sign-in method screen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463040" y="1609344"/>
            <a:ext cx="2194560" cy="17373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12280" y="1609344"/>
            <a:ext cx="-1691640" cy="17373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239572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3F5F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87552" y="239572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Passkey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395728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EEF1F6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239572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Password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249424"/>
            <a:ext cx="-146304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937760" y="2249424"/>
            <a:ext cx="1371600" cy="12801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2889504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7552" y="288950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identity-passkey-service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open-passkey  •  :8080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2889504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93792" y="288950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Hosted Login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OIDC redirect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2761488"/>
            <a:ext cx="0" cy="1097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92240" y="2761488"/>
            <a:ext cx="0" cy="109728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14400" y="356616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87552" y="356616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 Token Endpoint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AEB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client_credentials + verified userId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3401568"/>
            <a:ext cx="0" cy="14630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286000" y="4041648"/>
            <a:ext cx="1005840" cy="164592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92240" y="3401568"/>
            <a:ext cx="-640080" cy="804672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63040" y="4206240"/>
            <a:ext cx="6217920" cy="384048"/>
          </a:xfrm>
          <a:prstGeom prst="roundRect">
            <a:avLst>
              <a:gd name="adj" fmla="val 1904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36192" y="4206240"/>
            <a:ext cx="6071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issued → set as the session cookie on the shared 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62686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either path — the app sees a JWT in its cookie. Nothing downstream changes.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Registration: What Actually Happens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PasskeyController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open-passkey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/passkey/register/begin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86722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8555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registry.get(rpId) → begin()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1417320" y="2617797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97280" y="2416629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+ challenge returned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65760" y="2948287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4828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navigator.credentials.create()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17320" y="3479945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97280" y="327877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/passkey/register/finish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520440" y="3911019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200400" y="370985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finishRegistration() → verify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5623560" y="4342094"/>
            <a:ext cx="210312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303520" y="414092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 (public key, sign count)</a:t>
            </a:r>
            <a:endParaRPr lang="en-US" sz="8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+ Token Handoff: What Actually Happens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2976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732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3288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PasskeyController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63600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0E959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open-passkey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2356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739128" y="1115568"/>
            <a:ext cx="1975104" cy="420624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111556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 B2C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1536192"/>
            <a:ext cx="0" cy="3236976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417320" y="175564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9728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/passkey/login/begin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3520440" y="213283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00400" y="193167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beginAuthentication(userId?)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1417320" y="2510028"/>
            <a:ext cx="420624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triangl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097280" y="230886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+ options returned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365760" y="2786634"/>
            <a:ext cx="2103120" cy="201168"/>
          </a:xfrm>
          <a:prstGeom prst="roundRect">
            <a:avLst>
              <a:gd name="adj" fmla="val 22727"/>
            </a:avLst>
          </a:prstGeom>
          <a:solidFill>
            <a:srgbClr val="FFF8E6"/>
          </a:solidFill>
          <a:ln w="9525">
            <a:solidFill>
              <a:srgbClr val="E8D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78663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navigator.credentials.get()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17320" y="326440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09728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/passkey/login/finish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3520440" y="3641598"/>
            <a:ext cx="2103120" cy="0"/>
          </a:xfrm>
          <a:prstGeom prst="line">
            <a:avLst/>
          </a:prstGeom>
          <a:noFill/>
          <a:ln w="19050">
            <a:solidFill>
              <a:srgbClr val="16213E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3200400" y="344043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finishAuthentication() → verified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3520440" y="4018788"/>
            <a:ext cx="420624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00400" y="38176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request (client_credentials, username=userId)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1417320" y="4395978"/>
            <a:ext cx="6309360" cy="0"/>
          </a:xfrm>
          <a:prstGeom prst="line">
            <a:avLst/>
          </a:prstGeom>
          <a:noFill/>
          <a:ln w="19050">
            <a:solidFill>
              <a:srgbClr val="0B7574"/>
            </a:solidFill>
            <a:prstDash val="solid"/>
            <a:headEnd type="triangl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097280" y="4194810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returned → set as session cookie</a:t>
            </a:r>
            <a:endParaRPr lang="en-US" sz="8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Spotlight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17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Multi-RP Routing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PasskeyService svc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registry.get(rpId);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RegistrationOptions opts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svc.beginRegistration(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userId, username);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0D1526"/>
          </a:solidFill>
          <a:ln/>
          <a:effectLst>
            <a:outerShdw sx="100000" sy="100000" kx="0" ky="0" algn="bl" rotWithShape="0" blurRad="114300" dist="25400" dir="5400000">
              <a:srgbClr val="16213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517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Handoff After Verification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verifiedUserId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result.get("userId");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 token =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tokenService.fetchToken(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verifiedUserId);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ResponseEntity.ok(token);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open-passkey only verifies the WebAuthn ceremony. Token issuance stays entirely in our code, calling B2C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 Scales Across LCS Apps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7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“Register once. Sign in anywhere.”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1700784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73552" y="1700784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identity-auth library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every 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67128"/>
            <a:ext cx="-2651760" cy="512064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00400" y="2697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7355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UI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167128"/>
            <a:ext cx="0" cy="512064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69748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F5F7FB"/>
          </a:solidFill>
          <a:ln w="12700">
            <a:solidFill>
              <a:srgbClr val="0E9594"/>
            </a:solidFill>
            <a:prstDash val="dash"/>
          </a:ln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25312" y="26974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LCS App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— zero extra work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167128"/>
            <a:ext cx="2651760" cy="512064"/>
          </a:xfrm>
          <a:prstGeom prst="line">
            <a:avLst/>
          </a:prstGeom>
          <a:noFill/>
          <a:ln w="15875">
            <a:solidFill>
              <a:srgbClr val="0B757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3456432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9" name="Image 0" descr="/home/claude/passkey-deck/icons/FaLayerGro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302" y="3544214"/>
            <a:ext cx="190195" cy="19019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61872" y="3419856"/>
            <a:ext cx="6967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lives in the shared library + shared service — not in each app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2" name="Image 1" descr="/home/claude/passkey-deck/icons/FaBol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4019702"/>
            <a:ext cx="190195" cy="19019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61872" y="3895344"/>
            <a:ext cx="6967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LCS teams inherit passkey login automatically — zero per-app integration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31520" y="4407408"/>
            <a:ext cx="365760" cy="3657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25" name="Image 2" descr="/home/claude/passkey-deck/icons/FaShieldAl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" y="4495190"/>
            <a:ext cx="190195" cy="19019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261872" y="4370832"/>
            <a:ext cx="6967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remains the token authority for every downstream API — nothing else changes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Readiness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623060" y="13716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/home/claude/passkey-deck/icons/FaUser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788" y="1481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Security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23591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of the passkey → token handoff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48640" y="2926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RP ID / origin match per environment</a:t>
            </a:r>
            <a:endParaRPr lang="en-US" sz="980" dirty="0"/>
          </a:p>
        </p:txBody>
      </p:sp>
      <p:sp>
        <p:nvSpPr>
          <p:cNvPr id="11" name="Text 8"/>
          <p:cNvSpPr/>
          <p:nvPr/>
        </p:nvSpPr>
        <p:spPr>
          <a:xfrm>
            <a:off x="548640" y="3493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HTTPS-only origins in production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548640" y="405993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recovery &amp; device-loss flow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393692" y="13716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4" name="Image 1" descr="/home/claude/passkey-deck/icons/FaLayerGro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420" y="14813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19272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Scale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319272" y="23591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challenge store for multi-instance</a:t>
            </a:r>
            <a:endParaRPr lang="en-US" sz="980" dirty="0"/>
          </a:p>
        </p:txBody>
      </p:sp>
      <p:sp>
        <p:nvSpPr>
          <p:cNvPr id="17" name="Text 13"/>
          <p:cNvSpPr/>
          <p:nvPr/>
        </p:nvSpPr>
        <p:spPr>
          <a:xfrm>
            <a:off x="3319272" y="2926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Timeouts/retries around the B2C token call</a:t>
            </a:r>
            <a:endParaRPr lang="en-US" sz="980" dirty="0"/>
          </a:p>
        </p:txBody>
      </p:sp>
      <p:sp>
        <p:nvSpPr>
          <p:cNvPr id="18" name="Text 14"/>
          <p:cNvSpPr/>
          <p:nvPr/>
        </p:nvSpPr>
        <p:spPr>
          <a:xfrm>
            <a:off x="3319272" y="3493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migration path to Entra-native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7164324" y="1371600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20" name="Image 2" descr="/home/claude/passkey-deck/icons/FaChartLi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14813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9904" y="19385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089904" y="23591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begin/finish pass-fail, by RP</a:t>
            </a:r>
            <a:endParaRPr lang="en-US" sz="980" dirty="0"/>
          </a:p>
        </p:txBody>
      </p:sp>
      <p:sp>
        <p:nvSpPr>
          <p:cNvPr id="23" name="Text 18"/>
          <p:cNvSpPr/>
          <p:nvPr/>
        </p:nvSpPr>
        <p:spPr>
          <a:xfrm>
            <a:off x="6089904" y="2926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on auth or token failure spikes</a:t>
            </a:r>
            <a:endParaRPr lang="en-US" sz="980" dirty="0"/>
          </a:p>
        </p:txBody>
      </p:sp>
      <p:sp>
        <p:nvSpPr>
          <p:cNvPr id="24" name="Text 19"/>
          <p:cNvSpPr/>
          <p:nvPr/>
        </p:nvSpPr>
        <p:spPr>
          <a:xfrm>
            <a:off x="6089904" y="349300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9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IDs across passkey + token calls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444752"/>
            <a:ext cx="6995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Login → Register a Passkey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My Account the normal way (via B2C). In the Personal Information panel, click Register Passkey.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804672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0E959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606040"/>
            <a:ext cx="6995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 → Sign In with Passkey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My Account. This time, choose Sign in with Passkey — verified locally, no password typed.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804672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25400" dir="5400000">
              <a:srgbClr val="16213E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922776"/>
            <a:ext cx="457200" cy="4572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67328"/>
            <a:ext cx="6995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Apps → Same Passkey Works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Admin Console — a completely different LCS app — and sign in with the same passkey. No re-registration needed.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See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60120" y="10789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METHOD SCREEN</a:t>
            </a:r>
            <a:endParaRPr lang="en-US" sz="1000" dirty="0"/>
          </a:p>
        </p:txBody>
      </p:sp>
      <p:pic>
        <p:nvPicPr>
          <p:cNvPr id="7" name="Image 0" descr="assets/auth-screen-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371600"/>
            <a:ext cx="2286000" cy="24140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58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shared identity-auth library. Shown only when there's no active session.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25196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ACCOUNT — PERSONAL INFORMATION</a:t>
            </a:r>
            <a:endParaRPr lang="en-US" sz="1000" dirty="0"/>
          </a:p>
        </p:txBody>
      </p:sp>
      <p:pic>
        <p:nvPicPr>
          <p:cNvPr id="10" name="Image 1" descr="assets/profile-panel-cropp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1993392"/>
            <a:ext cx="4206240" cy="1444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35295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Register Passkey button — lives right next to Reset Password.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B7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86460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  •  Proof of Concept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321040" y="48646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8308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team apps only — My Account, Admin Console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22576" y="2697480"/>
            <a:ext cx="21945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78608" y="17830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0E9594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78308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remaining LCS applications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98264" y="2697480"/>
            <a:ext cx="21945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54296" y="17830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B7791F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27448" y="178308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store, test depth, observability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73952" y="2697480"/>
            <a:ext cx="219456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9984" y="178308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64748B"/>
          </a:solidFill>
          <a:ln/>
          <a:effectLst>
            <a:outerShdw sx="100000" sy="100000" kx="0" ky="0" algn="bl" rotWithShape="0" blurRad="114300" dist="25400" dir="5400000">
              <a:srgbClr val="16213E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783080"/>
            <a:ext cx="1636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with Entra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E4E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bridge once native passkeys ship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ships independently — the Entra migration timeline doesn't gate passkey rollout.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77240" y="1051560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4" name="Image 0" descr="/home/claude/passkey-deck/icons/FaFingerprin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1152510"/>
            <a:ext cx="218724" cy="2187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149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remove the shared secret — phishing-resistant by design.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1746504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7" name="Image 1" descr="/home/claude/passkey-deck/icons/FaBa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190" y="1847454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0992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won't gain FIDO2 before it retires — we can't wait on the platform.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777240" y="2441448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0" name="Image 2" descr="/home/claude/passkey-deck/icons/FaPuzzlePie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2542398"/>
            <a:ext cx="218724" cy="2187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40487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open-passkey + a thin custom layer closes the gap now — B2C still issues every token.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777240" y="3136392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3" name="Image 3" descr="/home/claude/passkey-deck/icons/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3237342"/>
            <a:ext cx="218724" cy="2187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30998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library + one shared service = passkey support for every LCS app, automatically.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777240" y="3831336"/>
            <a:ext cx="420624" cy="420624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16" name="Image 4" descr="/home/claude/passkey-deck/icons/FaRout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932286"/>
            <a:ext cx="218724" cy="2187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71600" y="37947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bridge, not a fork — fully compatible with the future move to Entra.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502920"/>
            <a:ext cx="2743200" cy="2743200"/>
          </a:xfrm>
          <a:prstGeom prst="ellipse">
            <a:avLst/>
          </a:prstGeom>
          <a:solidFill>
            <a:srgbClr val="0D1526"/>
          </a:solidFill>
          <a:ln/>
        </p:spPr>
      </p:sp>
      <p:sp>
        <p:nvSpPr>
          <p:cNvPr id="3" name="Shape 1"/>
          <p:cNvSpPr/>
          <p:nvPr/>
        </p:nvSpPr>
        <p:spPr>
          <a:xfrm>
            <a:off x="7178040" y="777240"/>
            <a:ext cx="2194560" cy="2194560"/>
          </a:xfrm>
          <a:prstGeom prst="ellipse">
            <a:avLst/>
          </a:prstGeom>
          <a:solidFill>
            <a:srgbClr val="0E9594"/>
          </a:solidFill>
          <a:ln/>
        </p:spPr>
      </p:sp>
      <p:pic>
        <p:nvPicPr>
          <p:cNvPr id="4" name="Image 0" descr="/home/claude/passkey-deck/icons/Fa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4462" y="1413662"/>
            <a:ext cx="921715" cy="921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1828800" cy="0"/>
          </a:xfrm>
          <a:prstGeom prst="line">
            <a:avLst/>
          </a:prstGeom>
          <a:noFill/>
          <a:ln w="12700">
            <a:solidFill>
              <a:srgbClr val="3C4A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Team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CIAM Authentication  •  Proof-of-Concept Exploration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Passwordless CIAM: Bringing FIDO2 Passkeys to Azure AD B2C</dc:title>
  <dc:subject>PptxGenJS Presentation</dc:subject>
  <dc:creator>Identity Management Team</dc:creator>
  <cp:lastModifiedBy>Identity Management Team</cp:lastModifiedBy>
  <cp:revision>1</cp:revision>
  <dcterms:created xsi:type="dcterms:W3CDTF">2026-06-22T00:05:02Z</dcterms:created>
  <dcterms:modified xsi:type="dcterms:W3CDTF">2026-06-22T00:05:02Z</dcterms:modified>
</cp:coreProperties>
</file>