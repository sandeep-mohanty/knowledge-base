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502920"/>
            <a:ext cx="2743200" cy="2743200"/>
          </a:xfrm>
          <a:prstGeom prst="ellipse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7178040" y="777240"/>
            <a:ext cx="2194560" cy="21945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4" name="Image 0" descr="/home/claude/passkey-deck/icons/FaFingerpri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2" y="1413662"/>
            <a:ext cx="921715" cy="921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Passkey Authentication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CIAM-Based LCS Applications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FIDO2 Passkeys to Azure AD B2C — before the platform catches up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950208"/>
            <a:ext cx="1828800" cy="0"/>
          </a:xfrm>
          <a:prstGeom prst="line">
            <a:avLst/>
          </a:prstGeom>
          <a:noFill/>
          <a:ln w="12700">
            <a:solidFill>
              <a:srgbClr val="3C4A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148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proof-of-concept exploration — not an approved or officially committed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7" name="Image 0" descr="/home/claude/passkey-deck/icons/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86" y="1350386"/>
            <a:ext cx="152156" cy="1521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435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Problem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the core issue, why passwords fundamentally fail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164592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0" name="Image 1" descr="/home/claude/passkey-deck/icons/FaFingerpri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6" y="1716146"/>
            <a:ext cx="152156" cy="152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6093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&amp; Passkeys 101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key concepts, how a passkey actually works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0116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2" descr="/home/claude/passkey-deck/icons/FaClipboard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6" y="2081906"/>
            <a:ext cx="152156" cy="1521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19751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Authentication Flows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ceremony walkthroughs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4360" y="237744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3" descr="/home/claude/passkey-deck/icons/FaShield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6" y="2447666"/>
            <a:ext cx="152156" cy="1521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23408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Benefits &amp; Challenges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passkeys are unphishable and how they compare to passwords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94360" y="274320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4" descr="/home/claude/passkey-deck/icons/FaClou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6" y="2813426"/>
            <a:ext cx="152156" cy="1521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27066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B2C: Our Current State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B2C gives us today and where it falls short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846320" y="128016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2" name="Image 5" descr="/home/claude/passkey-deck/icons/FaBa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546" y="1350386"/>
            <a:ext cx="152156" cy="1521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12435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&amp; Why Now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retirement and why we need passkey support now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846320" y="164592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5" name="Image 6" descr="/home/claude/passkey-deck/icons/FaPuzzlePiec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546" y="1716146"/>
            <a:ext cx="152156" cy="1521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16093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open-passkey Library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 and how it closes the gap without vendor lock-in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4846320" y="20116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8" name="Image 7" descr="/home/claude/passkey-deck/icons/FaProjectDiagram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546" y="2081906"/>
            <a:ext cx="152156" cy="1521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303520" y="19751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 into our LCS applications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4846320" y="237744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31" name="Image 8" descr="/home/claude/passkey-deck/icons/FaPlayCircl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6546" y="2447666"/>
            <a:ext cx="152156" cy="1521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303520" y="23408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once, sign in anywhere across LCS apps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4846320" y="274320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34" name="Image 9" descr="/home/claude/passkey-deck/icons/FaChartLine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6546" y="2813426"/>
            <a:ext cx="152156" cy="1521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303520" y="27066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UX, commercial value and compliance impact</a:t>
            </a:r>
            <a:endParaRPr lang="en-US" sz="1150" dirty="0"/>
          </a:p>
        </p:txBody>
      </p:sp>
      <p:sp>
        <p:nvSpPr>
          <p:cNvPr id="36" name="Text 24"/>
          <p:cNvSpPr/>
          <p:nvPr/>
        </p:nvSpPr>
        <p:spPr>
          <a:xfrm>
            <a:off x="594360" y="4617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an individual proof-of-concept — not an approved team or organizational decision.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Password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credential-based authentication is our biggest security liability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Our Biggest Attack Surface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8823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35608"/>
            <a:ext cx="174193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" y="2227478"/>
            <a:ext cx="1632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stolen or reused credentials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1468" y="1325880"/>
            <a:ext cx="188823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4620" y="1435608"/>
            <a:ext cx="174193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29484" y="2227478"/>
            <a:ext cx="1632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AI-powered phishing targeting corporate credentials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325880"/>
            <a:ext cx="188823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435608"/>
            <a:ext cx="174193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82312" y="2227478"/>
            <a:ext cx="1632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abandon purchases due to forgotten passwords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07124" y="1325880"/>
            <a:ext cx="188823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0276" y="1435608"/>
            <a:ext cx="174193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5140" y="2227478"/>
            <a:ext cx="1632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reuse passwords across multiple sites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2724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0" descr="/home/claude/passkey-deck/icons/FaShar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255" y="3201863"/>
            <a:ext cx="161666" cy="16166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3090672"/>
            <a:ext cx="7571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secrets — server stores them, creating two breach points per credential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58444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1" descr="/home/claude/passkey-deck/icons/FaUserSecr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5" y="3659063"/>
            <a:ext cx="161666" cy="16166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24128" y="3547872"/>
            <a:ext cx="7571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because users cannot distinguish real sites from fakes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04164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2" descr="/home/claude/passkey-deck/icons/FaTimes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4116263"/>
            <a:ext cx="161666" cy="16166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128" y="4005072"/>
            <a:ext cx="7571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binding to the service — credentials are portable to attackers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48640" y="46817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breach &amp; phishing research (verify before publishing).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FIDO2 &amp; Passkeys Fundamentals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cryptography instead of shared secrets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FIDO2?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Alliance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733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IDentity Online — open industry standard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0025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2012 by PayPal, Lenovo, Google, Microsoft, Apple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member organisations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eliminate passwords through open standards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= The Current Standard (2018)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(W3C): Browser-side JavaScript 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8039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CTAP2: Client-to-Authenticator Protocol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133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true passwordless authentication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6360" y="1353312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39512" y="1353312"/>
            <a:ext cx="3282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your device. Stored in Secure Enclave / TPM / TEE. Never leaves the device. Signs challenges.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2999232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9512" y="2999232"/>
            <a:ext cx="3282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the server. Verifies signatures. Useless for authentication alone. Safe to store.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15100" y="2176272"/>
            <a:ext cx="0" cy="804672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46620" y="2980944"/>
            <a:ext cx="0" cy="-804672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920740" y="2496312"/>
            <a:ext cx="1920240" cy="201168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linked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Passkey?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passkey is a FIDO2 credential designed to completely replace passwords.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2633472" cy="2971800"/>
          </a:xfrm>
          <a:prstGeom prst="roundRect">
            <a:avLst>
              <a:gd name="adj" fmla="val 3125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0" y="1828800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9" name="Image 0" descr="/home/claude/passkey-deck/icons/Fa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259" y="1934139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3317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Key Pair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Key: Secure Enclave/TPM, never leaves device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Key: Stored on server, useless to attackers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linked but asymmetric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300984" y="1719072"/>
            <a:ext cx="2633472" cy="2971800"/>
          </a:xfrm>
          <a:prstGeom prst="roundRect">
            <a:avLst>
              <a:gd name="adj" fmla="val 3125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8264" y="1828800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1" descr="/home/claude/passkey-deck/icons/Fa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603" y="1934139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92424" y="23317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483864" y="2697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Domain-bound to RP ID (e.g. github.com)</a:t>
            </a:r>
            <a:endParaRPr lang="en-US" sz="980" dirty="0"/>
          </a:p>
        </p:txBody>
      </p:sp>
      <p:sp>
        <p:nvSpPr>
          <p:cNvPr id="19" name="Text 15"/>
          <p:cNvSpPr/>
          <p:nvPr/>
        </p:nvSpPr>
        <p:spPr>
          <a:xfrm>
            <a:off x="3483864" y="31546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 — no username needed</a:t>
            </a:r>
            <a:endParaRPr lang="en-US" sz="980" dirty="0"/>
          </a:p>
        </p:txBody>
      </p:sp>
      <p:sp>
        <p:nvSpPr>
          <p:cNvPr id="20" name="Text 16"/>
          <p:cNvSpPr/>
          <p:nvPr/>
        </p:nvSpPr>
        <p:spPr>
          <a:xfrm>
            <a:off x="3483864" y="3611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by design</a:t>
            </a:r>
            <a:endParaRPr lang="en-US" sz="980" dirty="0"/>
          </a:p>
        </p:txBody>
      </p:sp>
      <p:sp>
        <p:nvSpPr>
          <p:cNvPr id="21" name="Text 17"/>
          <p:cNvSpPr/>
          <p:nvPr/>
        </p:nvSpPr>
        <p:spPr>
          <a:xfrm>
            <a:off x="3483864" y="4069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 service (no cross-site reuse)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053328" y="1719072"/>
            <a:ext cx="2633472" cy="2971800"/>
          </a:xfrm>
          <a:prstGeom prst="roundRect">
            <a:avLst>
              <a:gd name="adj" fmla="val 3125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50608" y="1828800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2" descr="/home/claude/passkey-deck/icons/FaTimes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947" y="1934139"/>
            <a:ext cx="228234" cy="2282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23317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Passkey is NOT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236208" y="2697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password you type</a:t>
            </a:r>
            <a:endParaRPr lang="en-US" sz="980" dirty="0"/>
          </a:p>
        </p:txBody>
      </p:sp>
      <p:sp>
        <p:nvSpPr>
          <p:cNvPr id="27" name="Text 22"/>
          <p:cNvSpPr/>
          <p:nvPr/>
        </p:nvSpPr>
        <p:spPr>
          <a:xfrm>
            <a:off x="6236208" y="31546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stored on the server</a:t>
            </a:r>
            <a:endParaRPr lang="en-US" sz="980" dirty="0"/>
          </a:p>
        </p:txBody>
      </p:sp>
      <p:sp>
        <p:nvSpPr>
          <p:cNvPr id="28" name="Text 23"/>
          <p:cNvSpPr/>
          <p:nvPr/>
        </p:nvSpPr>
        <p:spPr>
          <a:xfrm>
            <a:off x="6236208" y="3611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transferable to phishing sites</a:t>
            </a:r>
            <a:endParaRPr lang="en-US" sz="980" dirty="0"/>
          </a:p>
        </p:txBody>
      </p:sp>
      <p:sp>
        <p:nvSpPr>
          <p:cNvPr id="29" name="Text 24"/>
          <p:cNvSpPr/>
          <p:nvPr/>
        </p:nvSpPr>
        <p:spPr>
          <a:xfrm>
            <a:off x="6236208" y="4069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shared secret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Passkeys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registration and authentication ceremonies in detail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Passkey Registration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(RP)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‘Register Passkey’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86722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8555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registration options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520440" y="2617797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200400" y="241662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+ RP ID + user info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520440" y="3048871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00400" y="284770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navigator.credentials.create()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572000" y="3379361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7936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biometric/PIN → generate key pair → store private key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3911019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200400" y="370985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+ credential ID + attestation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520440" y="4342094"/>
            <a:ext cx="420624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414092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store public key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Passkey Authentication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(RP)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‘Sign in with Passkey’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86722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8555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authentication options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520440" y="2617797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200400" y="241662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one-time challenge + RP ID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520440" y="3048871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00400" y="284770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navigator.credentials.get()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572000" y="3379361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7936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biometric/PIN → sign challenge with private key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3911019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200400" y="370985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assertion (credential ID + signature)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520440" y="4342094"/>
            <a:ext cx="420624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414092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signature, origin, challenge → issue JWT</a:t>
            </a:r>
            <a:endParaRPr lang="en-US" sz="8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Stored Where?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3703320" cy="3291840"/>
          </a:xfrm>
          <a:prstGeom prst="roundRect">
            <a:avLst>
              <a:gd name="adj" fmla="val 2500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80844" y="1371600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8" name="Image 0" descr="/home/claude/passkey-deck/icons/FaMobil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183" y="1476939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83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Device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(iPhone, laptop, YubiKey...)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487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Private Key
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 / TPM / TEE. Used to SIGN challenges. Never transmitted.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Credential Metadata
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ID, RP ID (domain), User Handle, created timestamp.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1261872"/>
            <a:ext cx="37033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4244" y="1371600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5" name="Image 1" descr="/home/claude/passkey-deck/icons/Fa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583" y="1476939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2040" y="1883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2157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(identity-passkey-service + PostgreSQL)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120640" y="2487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Public Key
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COSE-format. Used to VERIFY signatures. Useless for auth on its own.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12064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Record
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ID, Credential ID, sign counter (increments each use — detects cloning).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8046720" cy="310896"/>
          </a:xfrm>
          <a:prstGeom prst="roundRect">
            <a:avLst>
              <a:gd name="adj" fmla="val 26471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31520" y="46634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Server breach is safe — the public key alone cannot authenticate anyone.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Benefits &amp; Challenges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passkeys defeat and how they compare to passwords and OTP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Binding: Why Passkeys Are Unphishable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44752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8" name="Image 0" descr="/home/claude/passkey-deck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47" y="1550091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ID matches → authenticator signs the challenge → login succeeds.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00600" y="1261872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01768" y="1444752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passkey-deck/icons/FaTimes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107" y="155009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github-secure.com  (phishing)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ID doesn’t match → authenticator refuses to sign. User is automatically protected.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2816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classic attacks — all defeated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143000" y="324612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/home/claude/passkey-deck/icons/FaUserSecr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50" y="334707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" y="37216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4360" y="39593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Domain-bound — fake sites can't trigger it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752344" y="324612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3" descr="/home/claude/passkey-deck/icons/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294" y="3347070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03704" y="37216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203704" y="39593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pair per site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361688" y="324612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4" name="Image 4" descr="/home/claude/passkey-deck/icons/Fa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638" y="3347070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13048" y="37216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Breach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813048" y="39593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useless public key is stored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5971032" y="324612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8" name="Image 5" descr="/home/claude/passkey-deck/icons/FaSyncA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982" y="3347070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22392" y="37216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422392" y="39593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challenge each login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580376" y="324612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2" name="Image 6" descr="/home/claude/passkey-deck/icons/FaKeybo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326" y="3347070"/>
            <a:ext cx="218724" cy="2187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31736" y="37216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Keylogging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7031736" y="39593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typed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UX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04672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508760"/>
                <a:gridCol w="1554480"/>
                <a:gridCol w="160020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SMS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TOTP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resistant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(real-time relay)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(code can be phished)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domain-bound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if server breached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only public key 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login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sec + manual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~3–4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setup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for non-tech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one 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 When Others Made the Switch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88236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35608"/>
            <a:ext cx="1741932" cy="8463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" y="2269907"/>
            <a:ext cx="1632204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sign-in reported after Amazon’s passkey rollout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1468" y="1325880"/>
            <a:ext cx="1888236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4620" y="1435608"/>
            <a:ext cx="1741932" cy="8463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29484" y="2269907"/>
            <a:ext cx="1632204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sign-in success rate reported at Google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325880"/>
            <a:ext cx="1888236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435608"/>
            <a:ext cx="1741932" cy="8463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82312" y="2269907"/>
            <a:ext cx="1632204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mobile account-takeover fraud at CVS Health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07124" y="1325880"/>
            <a:ext cx="1888236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0276" y="1435608"/>
            <a:ext cx="1741932" cy="8463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~3–4 sec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5140" y="2269907"/>
            <a:ext cx="1632204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passkey login vs. ~20–45 sec for password + OTP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18211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 your fingerprint” beats “type, forget, reset, retype” — every time.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10896" cy="310896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0" name="Image 0" descr="/home/claude/passkey-deck/icons/FaThumbs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" y="3823655"/>
            <a:ext cx="161666" cy="16166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" y="3712464"/>
            <a:ext cx="7388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800-63B recommends phishing-resistant MFA — passkeys qualify directly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4206240"/>
            <a:ext cx="310896" cy="310896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3" name="Image 1" descr="/home/claude/passkey-deck/icons/Fa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5" y="4280855"/>
            <a:ext cx="161666" cy="16166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4169664"/>
            <a:ext cx="7388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Google, Microsoft, Amazon, GitHub all ship passkeys today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vendor-reported case studies (verify before publishing).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Current State: Azure AD B2C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identity platform gives us today, and where it falls short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Authentication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Password-First 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Provider: Azure AD B2C (Custom Policies)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issuance: B2C issues JWT tokens after authentication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→ App → B2C → Token → 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3840480" cy="2560320"/>
          </a:xfrm>
          <a:prstGeom prst="roundRect">
            <a:avLst>
              <a:gd name="adj" fmla="val 3214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56048" y="1444752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2" name="Image 0" descr="/home/claude/passkey-deck/icons/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1387" y="1550091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3212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Roadblock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532120" y="19933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retires by 2030 (Microsoft guidance)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32120" y="24963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Feature-frozen: no new capabilities planned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32120" y="299923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FIDO2/passkey support will never ship for B2C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005072"/>
            <a:ext cx="80467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400507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External ID is the eventual destination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supports passkeys natively. Until we migrate, we need passwordless support today.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URGENCY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Why We Need Passkey Support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passkey-deck/icons/Fa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409273"/>
            <a:ext cx="180685" cy="1806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289304"/>
            <a:ext cx="3465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B2C: no passkey support, no roadmap to add 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8424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/home/claude/passkey-deck/icons/Fa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2067641"/>
            <a:ext cx="180685" cy="180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0704" y="1947672"/>
            <a:ext cx="3465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retires by 2030 — we cannot depend on it long-term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6426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2" descr="/home/claude/passkey-deck/icons/Fa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726009"/>
            <a:ext cx="180685" cy="1806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0704" y="2606040"/>
            <a:ext cx="3465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Microsoft Entra is planned — timeline is not yet defined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364992"/>
            <a:ext cx="3977640" cy="512064"/>
          </a:xfrm>
          <a:prstGeom prst="roundRect">
            <a:avLst>
              <a:gd name="adj" fmla="val 1607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31520" y="33649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passkey support now — we cannot wait on the platform.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1261872"/>
            <a:ext cx="38404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8920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Waiting Is Not an Option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92040" y="17830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0" name="Image 3" descr="/home/claude/passkey-deck/icons/FaUser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266" y="1853306"/>
            <a:ext cx="152156" cy="1521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17465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password auth still vulnerable to modern AI-powered phishing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92040" y="22402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3" name="Image 4" descr="/home/claude/passkey-deck/icons/Fa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266" y="2310506"/>
            <a:ext cx="152156" cy="1521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22037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password friction drives abandonment (48% abandon purchases)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92040" y="26974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6" name="Image 5" descr="/home/claude/passkey-deck/icons/FaGlob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266" y="2767706"/>
            <a:ext cx="152156" cy="1521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26609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Apple, Google, Microsoft, Amazon already ship passkeys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892040" y="31546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9" name="Image 6" descr="/home/claude/passkey-deck/icons/FaClipboard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266" y="3224906"/>
            <a:ext cx="152156" cy="1521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9240" y="31181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NIST 800-63B recommends phishing-resistant authentication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892040" y="3611880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32" name="Image 7" descr="/home/claude/passkey-deck/icons/FaHistory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266" y="3682106"/>
            <a:ext cx="152156" cy="1521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49240" y="35753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Future-proofing: need to prepare now for B2C retirement in 2030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Bridge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passkeys now while keeping B2C as the token authority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Bridge, Not a Detour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600200"/>
            <a:ext cx="2185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(POC)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 verification layer in front of B2C. B2C still issues every token. Zero downstream changes.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4917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1600200"/>
            <a:ext cx="2185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across all LCS + identity UIs via shared identity-auth library. One service, all apps.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24917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60020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1600200"/>
            <a:ext cx="2185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Microsoft Entra External ID — passkeys are native. Retire the bridge layer cleanly.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security win — deployable now, with B2C as the unchanged token authority.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0" descr="/home/claude/passkey-deck/icons/Fa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4166738"/>
            <a:ext cx="152156" cy="1521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405993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passkey UX now — no dependency on any future platform migration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443984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1" descr="/home/claude/passkey-deck/icons/FaShield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4514210"/>
            <a:ext cx="152156" cy="1521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44074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remains the token authority — nothing downstream changes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" y="4791456"/>
            <a:ext cx="292608" cy="29260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2" name="Image 2" descr="/home/claude/passkey-deck/icons/FaLayerGrou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4861682"/>
            <a:ext cx="152156" cy="1521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47548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LCS app inherits the capability through the shared identity-auth library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Choice: open-passkey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MIT-licensed library closes the gap without vendor lock-in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open-passkey?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53312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7" name="Image 0" descr="/home/claude/passkey-deck/icons/FaCertifica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1454262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316736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Licensed, Open Source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lock-in, no procurement cycle — fast enough to evaluate and integrate in a sprint.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0" name="Image 1" descr="/home/claude/passkey-deck/icons/FaShield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30" y="234123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2203704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Algorithm — Mainstream &amp; Proven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P-256. Broad interoperability across all major browsers and authenticators today.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127248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2" descr="/home/claude/passkey-deck/icons/FaCub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22819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090672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Credential Store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swapped in our own PostgresCredentialStore without forking the library — clean extension point.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92040" y="1353312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3" descr="/home/claude/passkey-deck/icons/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990" y="1454262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77256" y="1316736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Integration Available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kept full control via a custom controller, needed for multi-RP routing across our apps.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92040" y="2240280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4" descr="/home/claude/passkey-deck/icons/FaRock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990" y="2341230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77256" y="2203704"/>
            <a:ext cx="3072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Direction in Progress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design. PQ isn’t client-ready yet, but the roadmap acknowledges it.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4617720"/>
            <a:ext cx="7863840" cy="292608"/>
          </a:xfrm>
          <a:prstGeom prst="roundRect">
            <a:avLst>
              <a:gd name="adj" fmla="val 28125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822960" y="4617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050" dirty="0">
                <a:solidFill>
                  <a:srgbClr val="0B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https://github.com/locke-inc/open-passkey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 in our LCS application landscape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7043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localhost:5555 (Angular)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170432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50992" y="117043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localhost:4444 (Angular)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755648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1755648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identity-auth library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Angular module — shows sign-in method screen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1591056"/>
            <a:ext cx="219456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1591056"/>
            <a:ext cx="-169164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235915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235915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Passkey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35915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235915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Password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212848"/>
            <a:ext cx="-146304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37760" y="2212848"/>
            <a:ext cx="137160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2852928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28529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identity-passkey-service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open-passkey  •  :8080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852928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93792" y="28529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Hosted Login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OIDC redirect (unchanged)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724912"/>
            <a:ext cx="0" cy="1097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2724912"/>
            <a:ext cx="0" cy="1097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" y="3529584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52958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Token Endpoint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client_credentials + verified userId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3364992"/>
            <a:ext cx="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0" y="4005072"/>
            <a:ext cx="1005840" cy="164592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364992"/>
            <a:ext cx="-640080" cy="80467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63040" y="4169664"/>
            <a:ext cx="6217920" cy="36576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36192" y="4169664"/>
            <a:ext cx="607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→ set as session cookie on the shared 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either path — the app sees a JWT in its cookie. Nothing downstream changes.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7490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63040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8" name="Image 0" descr="/home/claude/passkey-deck/icons/Fa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555212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4996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CustomPasskeyController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/passkey/register/begin|finish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21671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/passkey/login/begin|finish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414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PasskeyService via rpId registry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2660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options and token in JSON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46320" y="1298448"/>
            <a:ext cx="37490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83480" y="1463040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1" descr="/home/claude/passkey-deck/icons/FaProjectDiagra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55521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04688" y="14996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PasskeyServiceRegistry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rpId → PasskeyService instance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029200" y="21671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RP origins (production domains + localhost)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29200" y="2414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at startup via Spring @Configuration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48640" y="3054096"/>
            <a:ext cx="37490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5800" y="3218688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3" name="Image 2" descr="/home/claude/passkey-deck/icons/Fa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310860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7008" y="3255264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PostgresCredentialStore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3152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CredentialStore interface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31520" y="39227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public keys, credential IDs, user handles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31520" y="4169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sign counter (detects credential cloning)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31520" y="4416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default in-memory store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846320" y="3054096"/>
            <a:ext cx="37490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983480" y="3218688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1" name="Image 3" descr="/home/claude/passkey-deck/icons/FaExchange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52" y="3310860"/>
            <a:ext cx="199705" cy="19970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04688" y="3255264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IdentityTokenService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02920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finishAuthentication() succeeds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029200" y="39227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Client-credentials request to B2C token endpoint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029200" y="4169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username=verifiedUserId parameter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029200" y="4416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JWT — passkey never touches token logic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840480" cy="3273552"/>
          </a:xfrm>
          <a:prstGeom prst="roundRect">
            <a:avLst>
              <a:gd name="adj" fmla="val 2235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42646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— Multi-RP Configuration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773936"/>
            <a:ext cx="34381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passkey: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relying-parties: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rpId: localhost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origins: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http://localhost:5555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http://localhost:4444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rpName: LCS Dev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rpId: lexmark.com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origins: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https://my.lexmark.com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rpName: LCS Production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3840480" cy="3273552"/>
          </a:xfrm>
          <a:prstGeom prst="roundRect">
            <a:avLst>
              <a:gd name="adj" fmla="val 2235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56048" y="142646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PasskeyServiceRegistry.java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1773936"/>
            <a:ext cx="34381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9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Builds a PasskeyService per RP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(RPConfig rp : config.getRps())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PasskeyService svc = new PasskeyService(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rp.getRpId(),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rp.getOrigins(),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credentialStore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registry.put(rp.getRpId(), svc);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RP gets its own PasskeyService instance — one service handles all origins in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(PostgreSQL)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5029200" cy="2633472"/>
          </a:xfrm>
          <a:prstGeom prst="roundRect">
            <a:avLst>
              <a:gd name="adj" fmla="val 2778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426464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passkey_credentials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755648"/>
            <a:ext cx="4626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passkey_credentials (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   UUID PRIMARY KEY,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       VARCHAR NOT NULL,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credential_id   BYTEA UNIQUE NOT NULL,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public_key_cose BYTEA NOT NULL,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sign_count      BIGINT DEFAULT 0,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rp_id           VARCHAR NOT NULL,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   TIMESTAMPTZ DEFAULT now()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806440" y="1344168"/>
            <a:ext cx="29718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3441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credential_id  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identifier from WebAuthn assertion; used to look up the right key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806440" y="1965960"/>
            <a:ext cx="29718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public_key_cose  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COSE-encoded public key; used to verify the assertion signature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806440" y="2587752"/>
            <a:ext cx="29718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5877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sign_count  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each auth; server rejects if it goes backwards (cloning detection)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806440" y="3209544"/>
            <a:ext cx="29718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32095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rp_id  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the credential is bound to; enables multi-RP queries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493776"/>
          </a:xfrm>
          <a:prstGeom prst="roundRect">
            <a:avLst>
              <a:gd name="adj" fmla="val 16667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11480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In-memory challenge store (not shown) must be replaced with Redis for multi-instance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Scales Across All LCS Apps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7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“Register once. Sign in anywhere.”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66420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6642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identity-auth library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every Angular LCS 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263347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 •  :5555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30552"/>
            <a:ext cx="-2651760" cy="493776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263347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73552" y="263347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 •  :4444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30552"/>
            <a:ext cx="0" cy="493776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63347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 w="12700">
            <a:solidFill>
              <a:srgbClr val="0E9594"/>
            </a:solidFill>
            <a:prstDash val="dash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25312" y="263347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Future LCS App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30552"/>
            <a:ext cx="2651760" cy="493776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0" descr="/home/claude/passkey-deck/icons/FaLayerGro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73" y="3521537"/>
            <a:ext cx="180685" cy="18068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52144" y="3401568"/>
            <a:ext cx="7351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lives in the shared library + shared service — not duplicated in each app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895344"/>
            <a:ext cx="347472" cy="34747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2" name="Image 1" descr="/home/claude/passkey-deck/icons/Fa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73" y="3978737"/>
            <a:ext cx="180685" cy="18068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52144" y="3858768"/>
            <a:ext cx="7351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LCS teams inherit passkey login automatically with zero per-app integration work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" y="4352544"/>
            <a:ext cx="347472" cy="34747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5" name="Image 2" descr="/home/claude/passkey-deck/icons/FaShieldA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" y="4435937"/>
            <a:ext cx="180685" cy="18068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52144" y="4315968"/>
            <a:ext cx="7351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remains the token authority for all downstream APIs — no API changes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 — sign in anywhere across our LCS application landscape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38988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Login  →  Register a Passkey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My Account the normal way via B2C. In the Personal Information panel, click ‘Register Passkey’. Browser prompts for biometric. Done.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80467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715768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53288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 →  Sign In with Passkey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My Account. This time choose ‘Sign in with Passkey’. No password typed. Biometric verification locally — JWT issued from B2C in the background.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80467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5876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67588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Apps  →  Same Passkey Works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Console (a completely separate LCS app). Same new login screen appears. Choose passkey — signs in immediately. No re-registration needed.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See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METHOD SCREEN</a:t>
            </a:r>
            <a:endParaRPr lang="en-US" sz="1000" dirty="0"/>
          </a:p>
        </p:txBody>
      </p:sp>
      <p:pic>
        <p:nvPicPr>
          <p:cNvPr id="7" name="Image 0" descr="assets/auth-screen-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0432" y="1353312"/>
            <a:ext cx="2231136" cy="23591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947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shared identity-auth library.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only when there is no active session.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24528" y="1664208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 —  PERSONAL INFORMATION</a:t>
            </a:r>
            <a:endParaRPr lang="en-US" sz="1000" dirty="0"/>
          </a:p>
        </p:txBody>
      </p:sp>
      <p:pic>
        <p:nvPicPr>
          <p:cNvPr id="10" name="Image 1" descr="assets/profile-panel-cropp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24528" y="1938528"/>
            <a:ext cx="4279392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24528" y="3493008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Register Passkey button — lives right next to Reset Password in the existing profile panel.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security, user experience, and the bottom 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74904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26464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8" name="Image 0" descr="/home/claude/passkey-deck/icons/FaShield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518636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63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password-based credential theft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— protects all user accounts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account takeover incident response cost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46320" y="1280160"/>
            <a:ext cx="374904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1426464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5" name="Image 1" descr="/home/claude/passkey-deck/icons/FaUser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518636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463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0" y="1874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sec login vs ~20–45 sec with password + OTP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02920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password-reset support tickets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to remember, expire, or reuse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2999232"/>
            <a:ext cx="374904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" y="3145536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2" name="Image 2" descr="/home/claude/passkey-deck/icons/FaChartLi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237708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31821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Value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31520" y="3593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abandon purchases due to forgotten passwords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31520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churn from login friction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3152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brand signal — ahead of industry peers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846320" y="2999232"/>
            <a:ext cx="374904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83480" y="3145536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9" name="Image 3" descr="/home/claude/passkey-deck/icons/FaClipboar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52" y="3237708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1821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029200" y="3593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NIST 800-63B phishing-resistant MFA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029200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liability from credential-based breaches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02920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Future-proofed for B2C retirement in 2030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502920"/>
            <a:ext cx="2743200" cy="2743200"/>
          </a:xfrm>
          <a:prstGeom prst="ellipse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7178040" y="777240"/>
            <a:ext cx="2194560" cy="21945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4" name="Image 0" descr="/home/claude/passkey-deck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2" y="1413662"/>
            <a:ext cx="921715" cy="921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  •  Passkey Authentication for CIAM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1828800" cy="0"/>
          </a:xfrm>
          <a:prstGeom prst="line">
            <a:avLst/>
          </a:prstGeom>
          <a:noFill/>
          <a:ln w="12700">
            <a:solidFill>
              <a:srgbClr val="3C4A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Senior Developer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4074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proof-of-concept exploration — not an approved or officially committed architecture.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Passwordless CIAM: Bringing FIDO2 Passkeys to Azure AD B2C</dc:title>
  <dc:subject>PptxGenJS Presentation</dc:subject>
  <dc:creator>Identity Management Team</dc:creator>
  <cp:lastModifiedBy>Identity Management Team</cp:lastModifiedBy>
  <cp:revision>1</cp:revision>
  <dcterms:created xsi:type="dcterms:W3CDTF">2026-06-27T20:12:31Z</dcterms:created>
  <dcterms:modified xsi:type="dcterms:W3CDTF">2026-06-27T20:12:31Z</dcterms:modified>
</cp:coreProperties>
</file>