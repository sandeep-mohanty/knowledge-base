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Passkey Authentication for CIAM-Based LCS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AE60"/>
                </a:solidFill>
              </a:defRPr>
            </a:pPr>
            <a:r>
              <a:t>POC Demo • Identity Management Team • Senior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Today's Journey: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The Password Problem &amp; Security Context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FIDO2 &amp; Passkeys Fundamentals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How Passkeys Work (Registration &amp; Authentication)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Security Benefits &amp; Challenges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Our Current State: Azure AD B2C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The Gap: Why We Need Passkey Support Now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Solution: open-passkey Library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Implementation Architecture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Live Demo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Future Roadmap &amp; Migration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Password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Passwords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The Alarming Statistics: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77% of all hacking-related breaches involve stolen or reused credentials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3,000% increase in AI-powered phishing attacks targeting corporate credentials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48% of people have abandoned online purchases due to forgotten passwords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65% of people reuse passwords across multiple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36% have had at least one account compromised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The Core Issue: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Passwords are shared secrets — server stores them (even if hashed)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Breach = credential theft at scale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Phishing works because users can't distinguish fake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 cryptographic binding to the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FIDO2 &amp; Passkeys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FIDO2?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FIDO = Fast IDentity Online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The FIDO Alliance: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Founded 2012 by PayPal, Lenovo, Google, Microsoft, Apple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1000+ member organizations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Mission: Eliminate passwords through open standards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FIDO2 = The Current Standard (2018)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WebAuthn (W3C): Browser-side JavaScript API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CTAP2: Client-to-Authenticator Protocol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Enables true passwordless authentication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Key Principle: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Public-key cryptography instead of shared secrets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Private key NEVER leaves the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a Passkey?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 passkey is a FIDO2 credential designed to replace passwords: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🔑 Cryptographic Key Pair: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Private Key: Stored in Secure Enclave/TPM/TEE, NEVER leaves device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Public Key: Stored on server, useless for authentication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✨ Key Properties: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Domain-bound to RP ID (e.g., 'github.com')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Discoverable credential (no username needed)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Phishing-resistant by design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Unique per service (no cross-site tracking)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❌ What a Passkey is NOT: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Not a password to type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Not stored on server (only public key)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Not transferable to phishing sites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Not a shared secret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How Passkeys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Registration Flow (One-Time Setup)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Step-by-Step Registration: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User clicks 'Create Passkey'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Server sends registration options (challenge, RP ID, user info)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3. Browser calls navigator.credentials.create()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4. Authenticator performs SECURE operation: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Verify user identity (biometric/PIN)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Generate new key pair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Store private key securely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Create Credential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5. Authenticator returns credential (public key, attestation)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6. Server validates and stores public key + credential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7. Registration complete!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Result: Private key stays on device, public key stored on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Authentication Flow (Every Login)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Step-by-Step Login: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User clicks 'Sign in with Passkey'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Server sends authentication options (FRESH challenge, RP ID)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3. Browser calls navigator.credentials.get()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4. Authenticator finds passkey for this domain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5. User verifies locally (biometric/PIN)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6. Authenticator signs the challenge with private key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7. Returns assertion (credential ID, signature, authenticator data)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8. Server verifies: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Retrieve public key by credential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Verify signature ✅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Verify origin (domain binding) ✅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Verify challenge (prevent replay) ✅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9. Authentication successful! Issue JWT token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Gets Stored Where?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📱 User Device (e.g., iPhone, Laptop):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🔒 Private Key (NEVER leaves device)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Stored in Secure Enclave / TPM / TEE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Used to SIGN challenges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📋 Credential Metadata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Credential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RP ID (domain)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User Handle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Created timestamp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🏢 Our Server: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🔓 Public Key (SAFE to store - can't authenticate)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Mathematical partner to private key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Used to VERIFY signatures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👤 User Record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User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Credential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Public Key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Sign counter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Security Benefits &amp; Challenges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Passkeys Are Unphishable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Attack Scenario → Passkey Defense: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🎣 Phishing (fake github-login.com)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Domain Binding: Passkey ONLY works for 'github.com'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Fake site = automatic refusal. User protected automatically.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💾 Database Breach (server hacked)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Only PUBLIC key stored on server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Public keys are USELESS for authentication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Nothing to steal!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🔄 Credential Stuffing (reused credentials)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Each passkey is UNIQUE per site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Stolen key from Site A cannot work on Site B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👁️ Man-in-the-Middle (intercepted traffic)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Challenge is signed locally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Even if intercepted, signature only valid for THIS challenge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🔁 Replay Attack (recorded login)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Challenge is random and ONE-TIME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Each login uses fresh challenge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Captured responses are expired immediately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UX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Authentication Method Comparison: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🔑 Password Only: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Security: ⭐☆☆☆☆ | UX: ⭐⭐☆☆☆ | Phishing: ❌ NO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🔑+📱 Password + SMS OTP: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Security: ⭐⭐⭐☆☆ | UX: ⭐⭐☆☆☆ | Phishing: ❌ NO (real-time relay)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🔑+🔢 Password + TOTP (Authenticator App):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Security: ⭐⭐⭐⭐☆ | UX: ⭐⭐☆☆☆ | Phishing: ❌ NO (code can be phished)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🔑 Passkey: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Security: ⭐⭐⭐⭐⭐ | UX: ⭐⭐⭐⭐⭐ | Phishing: ✅ YES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Real-World Impact: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Amazon: 6x faster sign-in times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Google: 4x improvement in sign-in success rates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CVS Health: 98% reduction in mobile account takeover fraud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Average login: ~3-4 seconds (vs ~20s for passwords)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⚠️ Challenges: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Device Loss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Mitigation: Backup methods (email, backup codes, hardware keys)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Cross-Device Authentication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Mitigation: BLE + QR code flow (WebAuthn standard)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3. Algorithm Ecosystem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ES256 today (broad compatibility)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Monitor PQ/hybrid readiness for future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4. Account Recovery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Mitigation: Identity verification with support team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5. Browser Compatibility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Mitigation: Progressive enhancement (passkey primary, fallback options)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6. Challenge Store Scalability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Current: In-memory (POC)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→ Production: Redis/DB for multi-instance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Our Current State: Azure AD B2C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Current Authentication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Current Setup: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Identity Provider: Azure AD B2C (Custom Policies)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Token Issuance: B2C issues JWT tokens after authentication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Application: CIAM-based LCS applications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Flow: User → App → B2C → Token → App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Current Limitations: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❌ No Native Passkey Support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B2C does not support FIDO2/WebAuthn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Cannot offer modern passwordless authentication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⏰ Retirement Timeline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Azure AD B2C going out of service by 2030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No new features being added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🔮 Future Direction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Planned migration to Microsoft Entra External ID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Entra has native passkey support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Migration timeline: 12-18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Gap: Why We Need Passkey Support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The Problem: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Current State: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Azure AD B2C: No passkey support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Timeline: B2C retiring by 2030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Future: Moving to Microsoft Entra (has native passkey support)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Problem: Entra migration is 12-18 months away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We need passkey support NOW, not in 18 months!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Why Wait is Not an Option: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User Experience: Passwords create friction → abandonment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Security Risk: Password-based auth vulnerable to modern attacks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Competitive Pressure: Industry moving to passkeys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- Apple, Google, Microsoft, Amazon, GitHub all support them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Compliance: NIST 800-63B recommends phishing-resistant auth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Future-Proofing: Need to prepare for B2C retirement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Solution: Bridge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Approach: Bridge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Bridge Architecture Concept: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Implement passkey verification NOW with open-passkey,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continue using current token authority (B2C) for downstream compatibility,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keep migration flexibility for future Entra target state.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✅ Immediate Value: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Deploy passkeys now, independent of Entra migration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Zero disruption to existing token flow (B2C still issues tokens)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Flexibility to migrate to Entra-native passkeys later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Cost-effective: Open-source vs commercial providers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Full control over UX and error handling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🔄 Future Path: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Phase 1 (Now): open-passkey bridge (this POC)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Phase 2 (2026): Production hardening (Redis, monitoring, tests)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Phase 3 (2026+): Migrate to Microsoft Entra (native passkey support)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Phase 4 (2027+): Simplify architecture (remove bridge)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Library Choice: open-passkey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open-passkey?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Library: https://github.com/locke-inc/open-passkey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License: MIT (permissive, commercial-friendly)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Language: Java (Spring Boot integration available)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Version: v0.1.4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✅ Key Strengths: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Production-Ready ES256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ECDSA P-256 (secp256r1) + SHA-256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Broad browser/authenticator support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Reliable baseline for production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Spring Boot Integration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First-class Spring support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Reduces boilerplate significantly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3. Clean Abstractions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CredentialStore and ChallengeStore interfaces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Easy to implement custom stores (PostgreSQL, Redis)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4. Active Development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MIT license ensures freedom to modify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Standards-compliant (WebAuthn spec)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5. Flexible Architecture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Can exclude auto-configuration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Build custom endpoints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Multi-RP support built-in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ES256 Algorithm?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ES256 = ECDSA with P-256 (secp256r1) curve + SHA-256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Algorithm Comparison: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✅ ES256 (Selected):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Identifier: -7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Broad browser/authenticator support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Reliable baseline for production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Lower ecosystem risk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⚠️ RS256: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Larger signatures, slower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Less common in passkey ecosystem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⚠️ EdDSA: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Newer algorithm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Not universally supported yet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🔮 PQ/Hybrid (Future):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Post-quantum direction present in library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Gated by client/browser/authenticator maturity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Server-side support exists, but ecosystem not ready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Decision: ES256 is the practical choice for today's deployments.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Implementation Architecture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System Components: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Frontend (localhost:5555):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Static UI (HTML/JS)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WebAuthn API calls (navigator.credentials.create/get)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Sends credential/assertion payloads to backend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Backend (localhost:8080):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CustomPasskeyController: /passkey/** endpoints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PasskeyServiceRegistry: Multi-RP support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open-passkey layer: WebAuthn verification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PostgresCredentialStore: Persist credentials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TokenService: Handoff to B2C for JWT issuance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Database: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PostgreSQL: passkey_credentials table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Stores: credential_id, user_id, public_key_cose, sign_count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Token Flow: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Passkey auth succeeds → extract userId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Call B2C token endpoint (client_credentials + username)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Return JWT to frontend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Existing downstream APIs work unchanged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CustomPasskeyController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Endpoints: /passkey/register/begin, /passkey/register/finish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Endpoints: /passkey/login/begin, /passkey/login/finish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Orchestrates WebAuthn ceremonies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Handles token handoff after verification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Multi-RP routing by rpId parameter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PasskeyServiceRegistry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One PasskeyService per RP (Relying Party)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Configuration: passkey.relying-parties in application.yaml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Validates incoming rpId, rejects unknown with 400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3. PostgresCredentialStore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Persists credential metadata in PostgreSQL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Schema: passkey_credentials table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Operations: store, get, getByUser, update, delete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4. TokenService (Identity Token Handoff)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After passkey verification, fetch JWT from B2C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Uses WebClient for HTTP call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Returns token payload to frontend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Configuration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application.yaml: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passkey: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relying-parties: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- rp-id: localhost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  rp-display-name: My App (Local)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  origin: http://localhost:5555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  additional-origins: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    - http://localhost:3000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    - http://localhost:4444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authorization-server: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token: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endpoint: https://LexmarkB2CDevelopment.b2clogin.com/...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client-id: ${CLIENT_ID}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client-secret: ${CLIENT_SECRET}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scope: https://.../.default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Key Points: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Multi-origin support for local development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CORS origins derived from RP configuration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Token endpoint configurable per environment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Secrets injected via environment variables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passkey_credentials table: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CREATE TABLE passkey_credentials (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id              BIGSERIAL PRIMARY KEY,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credential_id   VARCHAR(512)  NOT NULL UNIQUE,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user_id         VARCHAR(256)  NOT NULL,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public_key_cose BYTEA         NOT NULL,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sign_count      BIGINT        NOT NULL DEFAULT 0,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prf_salt        BYTEA,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prf_supported   BOOLEAN       NOT NULL DEFAULT FALSE,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created_at      TIMESTAMPTZ   NOT NULL DEFAULT NOW(),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 last_used_at    TIMESTAMPTZ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);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Indexes: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idx_pk_user_id ON passkey_credentials(user_id)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idx_pk_credential_id ON passkey_credentials(credential_id)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Key Fields: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credential_id: Base64URL-encoded (matches WebAuthn wire format)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public_key_cose: COSE-format public key (bytea)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sign_count: Increments on each use (prevents cloning)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prf_salt: PRF extension support (future-proofing)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What We'll Show: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Scene 1: Login with Passkey (2 min)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Open browser to localhost:5555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login page with two options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Click 'Sign in with Passkey'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Browser biometric prompt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Success: Redirect to My Account page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JWT token in DevTools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Scene 2: Registration Flow (3 min)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Navigate to registration page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Enter email address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Browser creates passkey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Biometric confirmation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database record in PostgreSQL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Scene 3: Architecture Deep Dive (5 min)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backend logs (Spring Boot console)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database (PostgreSQL credentials)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token handoff (network call to B2C)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Explain multi-RP configuration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Scene 4: Security Demonstration (3 min)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origin validation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Explain domain binding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Show sign counter increment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Demo: 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Login Page Features: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Two Authentication Options: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1. Sign in with Passkey (Recommended)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Green highlighted button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Uses registered passkey for device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No password needed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Biometric verification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2. Sign in with Password (Legacy Fallback)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Redirects to B2C sign-in page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Traditional username/password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 • Maintains backward compatibility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Email Field: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Optional for passkey login (discoverable credential)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Required for password fallback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'Leave blank to use a discoverable passkey'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User Experience: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Clean, modern UI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Clear visual hierarchy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Fast 3-4 second login with passkey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Demo: My Account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After Successful Authentication: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Personal Information: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Display Name: Sandeep OA-CIAM-US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E-mail: sandeep-ciam-oa-us@test.onekx.co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First Name: sandeep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Last Name: mohanty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Department: B2C Department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Cost Center: B2C Cost Center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Actions Available: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Reset Password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Register Passkey (add another device)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Assigned Groups: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Admin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test PAs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Printer Login: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Login Method: PIN, Badges or Secure Login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Badges management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PIN reset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Key Point: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User is authenticated with passkey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JWT token from B2C is used for API calls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All existing functionality works unchanged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Migration Path to Microsoft Entra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Phased Migration Strategy: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Phase 1: Current (Q1-Q2 2025)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open-passkey Bridge Architecture (This POC)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Deploy passkey support immediately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Independent of Entra migration timeline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Phase 2: Production Hardening (Q3-Q4 2025)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Replace in-memory challenge store with Redis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Add comprehensive controller + integration tests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Implement timeout/retry/circuit-breaker for token handoff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Add observability (metrics, alerts, correlation IDs)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Enable HTTPS-only origins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Implement account recovery flows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Security audit by IAM team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Phase 3: Entra Migration (2026)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Migrate to Microsoft Entra External ID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Leverage native passkey support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Simplify architecture (remove bridge)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Phase 4: Optimization (2027+)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Entra-native flow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Remove open-passkey dependency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Full Microsoft ecosystem integration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Before Production Deployment: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Identity &amp; Security: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Validate passkey → token handoff policy with IAM/security stakeholders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Ensure RP ID/origin exactness for each environment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Use HTTPS-only origins for production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Keep secrets only in vault/secret manager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Implement account recovery and device-loss flows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Architecture &amp; Scale: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Replace/augment MemoryChallengeStore for multi-instance deployments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Add timeout/retry/circuit-breaker around token handoff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Define migration roadmap from custom bridge to Entra-native flow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Reliability &amp; Testing: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Add controller and integration tests for all critical paths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Add browser/device compatibility matrix tests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Add regression checks when updating open-passkey JARs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Observability: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Emit metrics for begin/finish pass/fail by RP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Alert on spikes in authentication/token failures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Add correlation IDs across passkey and token calls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Dependency Governance: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Track open-passkey source tag/commit used for each bundled JAR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Establish regular upgrade review cadence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☐ Monitor CVEs for crypto/CBOR/web stack dependencies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What We've Achieved: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🎯 Immediate Value: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Deploy passkeys NOW, independent of Entra timeline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Zero disruption to existing B2C token flow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Cost-effective open-source solution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🛡️ Security Benefits: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100% phishing resistant (domain-bound credentials)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Server breach safe (only public keys stored)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 passwords to steal or phish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6x faster login, 4x better success rate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🏗️ Technical Approach: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Bridge architecture with open-passkey library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Token handoff to B2C (existing APIs work unchanged)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Multi-RP support for flexible deployment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Clear migration path to Microsoft Entra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🚀 Future Ready: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Standards-based (FIDO2/WebAuthn)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Industry alignment (Apple, Google, Microsoft, Amazon)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Prepared for B2C retirement (2030)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Investment &amp; Impact: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Security: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Eliminate password-related breaches (77% of hacking incidents)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Meet NIST 800-63B (phishing-resistant authentication)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Reduce account takeover fraud (CVS: 98% reduction)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User Experience: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6x faster login (3-4 seconds vs 20+ seconds)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4x better sign-in success rate (98% vs 70%)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48% reduction in abandonment due to forgotten passwords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No more password reset support tickets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Cost: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Reduce password reset support costs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Lower helpdesk burden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Open-source library vs commercial providers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Compliance: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Align with modern authentication standards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Prepare for B2C retirement (2030)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Ready for Entra migration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Competitive: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Match industry leaders (Amazon, Google, GitHub)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Modern, innovative identity solution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AE60"/>
                </a:solidFill>
              </a:defRPr>
            </a:pPr>
            <a:r>
              <a:t>POC Demo • Passkey Authentication for CIAM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Contact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Presenter: Sandeep Mohanty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Role: Senior Developer, Identity Management Team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Email: sandeep-ciam-oa-us@test.onekx.co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Resources: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open-passkey Library: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https://github.com/locke-inc/open-passkey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FIDO Alliance: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https://fidoalliance.org/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WebAuthn Specification: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https://www.w3.org/TR/webauthn-2/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Passkeys.com: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https://passkeys.com/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Microsoft Entra External ID: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  https://learn.microsoft.com/en-us/entra/external-id/</a:t>
            </a: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</a:p>
          <a:p>
            <a:pPr lvl="1"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Demo Environment: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Backend: localhost:8080 (Spring Boot + open-passkey)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Frontend: localhost:5555 (Static HTML/JS)</a:t>
            </a:r>
          </a:p>
          <a:p>
            <a:pPr>
              <a:spcAft>
                <a:spcPts val="1400"/>
              </a:spcAft>
              <a:defRPr sz="2000">
                <a:solidFill>
                  <a:srgbClr val="2C3E50"/>
                </a:solidFill>
              </a:defRPr>
            </a:pPr>
            <a:r>
              <a:t>• Database: PostgreSQL (passkey_credentials table)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7AE60"/>
                </a:solidFill>
              </a:defRPr>
            </a:pPr>
            <a:r>
              <a:t>Passkey Authentication POC • Identity Management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